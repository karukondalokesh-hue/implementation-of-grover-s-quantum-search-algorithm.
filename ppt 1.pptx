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A1BC494-2D75-3884-795C-B99F474714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289550" y="735426"/>
            <a:ext cx="6430799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Title: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Implementation of Grover’s Quantum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        Search Algorithm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Subtitle: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Achieving Quadratic Speedup in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         Unstructured Databases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Presented by: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[Your Name/Group Name]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Concept: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Finding an item in $N$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           elements in $O(\sqrt{N})$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69FB-514D-A5ED-DB2B-D9B7A7E6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The Search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6520D5-9080-5A9D-866F-BC5FE12513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65017"/>
            <a:ext cx="10542501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Scenario: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You have an unstructured list of $N$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(like a phone book sorted by number, but you only have the name).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Classical Approach: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You must check each item one by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     In the worst case, it takes $N$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Quantum Advantage: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Grover’s Algorithm finds the unique element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 high probability in approximately $\frac{\pi}{4}\sqrt{N}$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Significance: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proves that quantum computers can outperform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classical ones even in non-mathematical, "brute-force"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60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37F0-6FF5-DC85-D630-29FF6803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High-Level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59E76D-3081-2217-3C78-7063A0DC68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298" y="1698537"/>
            <a:ext cx="12307078" cy="4878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 Text"/>
              </a:rPr>
              <a:t>The algorithm follows a specific sequence of transformations on the quantum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 Text"/>
              </a:rPr>
              <a:t>state: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Initialization: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Create a uniform superposition of all possible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Oracle ($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U_w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Mark the target state by flipping its phase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Diffusion Operator ($U_s$):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Amplify the probability of the marked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Google Sans Text"/>
              </a:rPr>
              <a:t>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state (Inversion about the mean).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Iteration: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Repeat steps 2 and 3 $\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\sqrt{N}$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Measurement: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Collapse the state to reveal the target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58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5A83-711B-74B4-0491-64373A0E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– Initialization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420F39-4B49-CE54-D17F-5F63EB91B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5982" y="2262356"/>
            <a:ext cx="8982139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Start with n qubits in the |0</a:t>
            </a: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state, where 2*n= 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Apply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Hadamard Gate ($H$)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every qubit.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Result: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state $|\psi\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rangle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where every possible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has an equal probability amplitude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3168-A648-CD7A-75C2-4AAB76F61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425" y="5087343"/>
            <a:ext cx="2019475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8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DA984AD-8441-2790-1AAF-7EE8C9198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7280" y="689789"/>
            <a:ext cx="78455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 – The Oracle (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U_w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B5172E-22B9-5533-BE95-E364252226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878" y="1754306"/>
            <a:ext cx="11354134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Oracle is a "black box" that recognizes the correct solution $w$.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 shifts the phase of the target state by $180^\circ$ (multiplying by $-1$)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while leaving other states unchanged.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Mathematical logic: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b="1" dirty="0">
              <a:solidFill>
                <a:schemeClr val="tx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b="1" dirty="0">
              <a:solidFill>
                <a:schemeClr val="tx1"/>
              </a:solidFill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Visualizing:</a:t>
            </a:r>
            <a:r>
              <a:rPr lang="en-US" sz="2800" dirty="0"/>
              <a:t> If all states are represented as vectors, the Oracle "flips" the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/>
              <a:t>    target vector below the axis.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3367FE-0D5D-8867-3693-64A79775A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817" y="4338863"/>
            <a:ext cx="3308314" cy="116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2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1D1F9-0F66-51AF-B0C4-462D2F584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Also known as the </a:t>
            </a:r>
            <a:r>
              <a:rPr lang="en-US" sz="2400" b="1" dirty="0"/>
              <a:t>Grover Diffusion Operator</a:t>
            </a:r>
            <a:r>
              <a:rPr lang="en-US" sz="2400" dirty="0"/>
              <a:t>.</a:t>
            </a:r>
          </a:p>
          <a:p>
            <a:r>
              <a:rPr lang="en-US" sz="2400" b="1" dirty="0"/>
              <a:t>Purpose:</a:t>
            </a:r>
            <a:r>
              <a:rPr lang="en-US" sz="2400" dirty="0"/>
              <a:t> To "stretch" the amplitude of the marked state while shrinking</a:t>
            </a:r>
          </a:p>
          <a:p>
            <a:r>
              <a:rPr lang="en-US" sz="2400" dirty="0"/>
              <a:t>   the others.</a:t>
            </a:r>
          </a:p>
          <a:p>
            <a:r>
              <a:rPr lang="en-US" sz="2400" dirty="0"/>
              <a:t>It performs an </a:t>
            </a:r>
            <a:r>
              <a:rPr lang="en-US" sz="2400" b="1" dirty="0"/>
              <a:t>inversion about the mean</a:t>
            </a:r>
            <a:r>
              <a:rPr lang="en-US" sz="2400" dirty="0"/>
              <a:t>. Since the marked state's amplitude is now negative (below the average), inverting it about the mean pushes it far above the other states</a:t>
            </a:r>
            <a:r>
              <a:rPr lang="en-US" sz="2800" dirty="0"/>
              <a:t>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556867-2180-D72F-D242-85AF47839E1A}"/>
              </a:ext>
            </a:extLst>
          </p:cNvPr>
          <p:cNvSpPr txBox="1">
            <a:spLocks/>
          </p:cNvSpPr>
          <p:nvPr/>
        </p:nvSpPr>
        <p:spPr>
          <a:xfrm>
            <a:off x="-264989" y="538530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74863C-C9AB-6F36-DBCB-5273707EA343}"/>
              </a:ext>
            </a:extLst>
          </p:cNvPr>
          <p:cNvSpPr txBox="1">
            <a:spLocks/>
          </p:cNvSpPr>
          <p:nvPr/>
        </p:nvSpPr>
        <p:spPr>
          <a:xfrm rot="8092983">
            <a:off x="1036320" y="263529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519873-0393-0B53-5C09-A05C2C055E6C}"/>
              </a:ext>
            </a:extLst>
          </p:cNvPr>
          <p:cNvSpPr txBox="1">
            <a:spLocks/>
          </p:cNvSpPr>
          <p:nvPr/>
        </p:nvSpPr>
        <p:spPr>
          <a:xfrm rot="8092983">
            <a:off x="-325949" y="515456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2FA9C00-F1BD-54E7-4B0E-4CB926044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7280" y="596483"/>
            <a:ext cx="101315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 – The Diffusion Operator (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U_s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47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A354-01DE-54B6-84C1-6658DE77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Geometric Interpretation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570CD5-8771-B80F-ADD8-4AA726128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65017"/>
            <a:ext cx="10994933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Grover’s algorithm can be viewed as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 a 2D plane spanned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the target state |w&gt;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rangle</a:t>
            </a: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and the sum of all other states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rangle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Each iteration rotates the state vector closer to the target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If you run the algorithm too many times, the vector rotates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i="1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target, and the probability of finding the right answer actually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decreases (overcooking).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94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DAEF-3D45-667F-6D5F-E21D89C2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Steps (Code Logic)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40E1CD-7333-AD18-57D9-E58E29D1DC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6692" y="1849910"/>
            <a:ext cx="10861563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If you are using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Qiskit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Cirq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the implementation follows: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Register Setup: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Define n qubits.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Oracle Construction: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 phase-flip gates (like Multi-controlled Z gates)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target the specific bitstring.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Diffuser Construction: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* Apply H gates.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Apply X gates.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Multi-controlled Z gate.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Apply X and H gates again.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Simulation/Execution: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Run on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QasmSimulator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 real quantum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8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FF9C-09B3-38D8-8BBC-B4F8860C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and Complexity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E1F497-3093-D080-0CAB-7E785E46DE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874" y="2109266"/>
            <a:ext cx="11126251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Optimality: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Grover’s is mathematically proven to be the fastest possible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Google Sans Text"/>
              </a:rPr>
              <a:t>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algorithm for unstructured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"Oracle" Challenge: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 practice, building the Oracle requires knowing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the properties of the solution, which can be computationally expensive.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Scaling: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While sqrt{N} is a huge improvement for N=1,000,000,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it is not an exponential speedup (like Shor's Algorithm).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5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A4AD-804B-D76F-FD4F-2AB8378C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055C19-BCCE-7C69-90CE-574F5FE432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757" y="2303937"/>
            <a:ext cx="1133502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Grover’s Algorithm is a fundamental building block for other quantum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Algorithms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Quantum Counting, Collision problems).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demonstrates the power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Amplitude Amplification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applications include optimizing database queries and solving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 –complete problems more efficiently.</a:t>
            </a:r>
          </a:p>
        </p:txBody>
      </p:sp>
    </p:spTree>
    <p:extLst>
      <p:ext uri="{BB962C8B-B14F-4D97-AF65-F5344CB8AC3E}">
        <p14:creationId xmlns:p14="http://schemas.microsoft.com/office/powerpoint/2010/main" val="9541836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{DEA5A553-9A15-4856-A3AB-353E14CB2D0E}tf56160789_win32</Template>
  <TotalTime>40</TotalTime>
  <Words>735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Google Sans Text</vt:lpstr>
      <vt:lpstr>Custom</vt:lpstr>
      <vt:lpstr>Title: Implementation of Grover’s Quantum                Search Algorithm Subtitle: Achieving Quadratic Speedup in                 Unstructured Databases Presented by: [Your Name/Group Name]  Key Concept: Finding an item in $N$                    elements in $O(\sqrt{N})$ time.</vt:lpstr>
      <vt:lpstr>The Search Problem</vt:lpstr>
      <vt:lpstr>High-Level Workflow</vt:lpstr>
      <vt:lpstr>Step 1 – Initialization</vt:lpstr>
      <vt:lpstr>Step 2 – The Oracle ($U_w$)</vt:lpstr>
      <vt:lpstr>Step 3 – The Diffusion Operator (U_s)</vt:lpstr>
      <vt:lpstr>Geometric Interpretation</vt:lpstr>
      <vt:lpstr>Implementation Steps (Code Logic)</vt:lpstr>
      <vt:lpstr>Limitations and Complexity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karunakarrowdy01@outlook.com</dc:creator>
  <cp:lastModifiedBy>karunakarrowdy01@outlook.com</cp:lastModifiedBy>
  <cp:revision>2</cp:revision>
  <dcterms:created xsi:type="dcterms:W3CDTF">2026-03-07T04:09:41Z</dcterms:created>
  <dcterms:modified xsi:type="dcterms:W3CDTF">2026-03-07T04:50:01Z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